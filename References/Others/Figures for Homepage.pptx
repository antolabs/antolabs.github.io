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1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-110" y="2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8D9C0-0ABA-40A1-AD66-472742926F3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2E7F4-0FC1-4ECF-A8EE-F68B8F05E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3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2E7F4-0FC1-4ECF-A8EE-F68B8F05E0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4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38E77E-3518-8836-60A7-1CA9F63C6412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DC1B-6A19-AFA6-6C72-D411C215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7505-0E88-ABAA-5E9C-EA035F9B0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3E0C9-00EA-DAAD-365E-FE038988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095B-A9D7-F3A0-8C6E-94154179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9658F-0DF7-9C46-D75C-E73C9943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83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2B79-2730-441F-9BAB-4B572456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F8CCC-CFC8-CADB-84F6-3953F10AA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4D7F8-6A8F-E77D-E052-38C6E065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B0B07-C409-C1B9-5326-FDA4E7B9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0A9B-1049-AB59-01C3-499B8EC7D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9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C892-E820-CF6D-6059-28969ADC4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BB0C-E7FD-346D-19D2-907E903CC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6BAB-5B8A-0906-7B16-C05C47A90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840B2-1371-E3F9-6CEA-5558DFC1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E75BB-7B12-6D39-1B87-42A717CE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60E2C-2E59-65F7-593A-B3D09A33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3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C7F0-7CB6-602E-5FA6-64D2F9D5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83827-F1B6-9ECE-E1FD-C904BBB3D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7CB64-690B-03CC-A99C-B19A8517F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2A464-98B6-D6FD-D74F-CD08DFAF4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2E9CA-6C92-7391-FB2D-D77059B91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285109-94FD-8B14-AEAE-D78D2572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DCD81-3613-CA61-A7F8-5CEB1A40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9BCB7-E50E-B6D5-0269-E5A99DE44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5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25C0-6C53-9C82-FD02-0AFE7356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E4243C-5464-5E9D-89F7-D8E6902D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C629B-A7E3-E90E-91B3-19DB6A1DD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BD34C-451D-A1D1-2180-26104768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8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0C07F5-B3F8-5122-B2A2-B6C911CC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374EE-6085-0DCD-D73E-B55F5190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93840-4B05-2890-D141-7A264D72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1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B2D17-F5F7-AC4F-6E93-DA0F5377B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61A7C-0790-9469-FA41-6ECEBA434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89F95-99CF-833C-D074-488CDC352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743CA-01D2-D89F-6BC2-9DD54BC1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B358E-5509-A6CE-B082-4539474B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609B8-215C-9C48-276A-BB82D770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2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BCE1-D5E1-CE1D-970D-26312507B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02CD3-E350-2A6D-43BF-F0FEF4018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BBBB3-E662-60D4-6A7A-F76F136D7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7E7D7-9B1C-B2DF-BE43-DBE1D234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A7029-5EC4-743C-6A89-A928A594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844D7-6FA1-21E8-F91A-97B27907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5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CAB6-D920-13AD-39F8-4668AAAB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2CA18-0AD1-1F66-CE33-DD8344002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54062-F19C-0B43-B8E4-53C92D8A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E6610-C3CC-DABB-E024-6C24744D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A19EF-B7BD-47C5-256E-718EDB3E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3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8D6085-5E28-4FB4-FDB1-97A7906FB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C8A6C-921C-C7DC-0B0A-F972A46F4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30FAD-C3DB-7E35-02A4-D518BB00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F2925-9E0C-973E-D88B-E85D7175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FEA6B-0603-EBE1-635C-75C93DCE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6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6BCF9-A2A6-AF64-9E4D-94A923B25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93556-7397-40A8-47EE-D679E39F1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39C4A-A21C-D92A-4AE8-DAA0D84DA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2C114-453D-4B84-8226-6FC84C187FE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43D8C-1A33-7688-D102-22F125C16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1EF37-C5D0-7F9F-3221-A18A38E66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64196-1012-4D62-BEE6-045C897E0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6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AA64A9-4247-A0E3-5D94-BF5065D6E339}"/>
              </a:ext>
            </a:extLst>
          </p:cNvPr>
          <p:cNvSpPr/>
          <p:nvPr/>
        </p:nvSpPr>
        <p:spPr>
          <a:xfrm>
            <a:off x="1572768" y="2423159"/>
            <a:ext cx="9808831" cy="3310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C5D53-AE07-A686-FF0B-29647B97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9" t="8232" r="24864"/>
          <a:stretch>
            <a:fillRect/>
          </a:stretch>
        </p:blipFill>
        <p:spPr>
          <a:xfrm>
            <a:off x="1691640" y="2834640"/>
            <a:ext cx="2810246" cy="2839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090C1D-DA51-1342-319E-0C59BEFCC691}"/>
              </a:ext>
            </a:extLst>
          </p:cNvPr>
          <p:cNvSpPr txBox="1"/>
          <p:nvPr/>
        </p:nvSpPr>
        <p:spPr>
          <a:xfrm>
            <a:off x="1740410" y="2481511"/>
            <a:ext cx="35069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flux density (T)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686C7-6AD6-8276-CF2E-492852C060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74" t="9794" r="3372" b="-1379"/>
          <a:stretch>
            <a:fillRect/>
          </a:stretch>
        </p:blipFill>
        <p:spPr>
          <a:xfrm>
            <a:off x="5414992" y="2759632"/>
            <a:ext cx="3100876" cy="2935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3EA4F9-9DCC-ACB9-D57D-7ACA24562D73}"/>
              </a:ext>
            </a:extLst>
          </p:cNvPr>
          <p:cNvSpPr txBox="1"/>
          <p:nvPr/>
        </p:nvSpPr>
        <p:spPr>
          <a:xfrm>
            <a:off x="6569682" y="2481511"/>
            <a:ext cx="1952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(bar)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E9F989-4C35-BAC6-CFD6-ABD0DC9441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549" t="9668" r="3288" b="5283"/>
          <a:stretch>
            <a:fillRect/>
          </a:stretch>
        </p:blipFill>
        <p:spPr>
          <a:xfrm>
            <a:off x="10758839" y="2706692"/>
            <a:ext cx="561433" cy="2944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1FA17-770B-0F87-2B89-80A8BF9BBE4D}"/>
                  </a:ext>
                </a:extLst>
              </p:cNvPr>
              <p:cNvSpPr txBox="1"/>
              <p:nvPr/>
            </p:nvSpPr>
            <p:spPr>
              <a:xfrm>
                <a:off x="9441853" y="2484052"/>
                <a:ext cx="19526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311FA17-770B-0F87-2B89-80A8BF9BB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853" y="2484052"/>
                <a:ext cx="1952625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9E0668F-05A2-8621-99FC-B88868B161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35" t="1248" r="34682" b="13033"/>
          <a:stretch>
            <a:fillRect/>
          </a:stretch>
        </p:blipFill>
        <p:spPr>
          <a:xfrm>
            <a:off x="8781342" y="2965627"/>
            <a:ext cx="1905081" cy="2657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E6E5A1-8208-EF85-C987-5DDF09161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55" t="9751" r="1117" b="3591"/>
          <a:stretch>
            <a:fillRect/>
          </a:stretch>
        </p:blipFill>
        <p:spPr>
          <a:xfrm>
            <a:off x="4638139" y="2758510"/>
            <a:ext cx="549774" cy="268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9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BE6D-F884-AB31-5633-D4151994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19E62CC-B7F1-A50B-EFC9-F99094342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95" y="1506298"/>
            <a:ext cx="3991707" cy="3991707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6B4260-4C93-E2B1-941C-B3BDDBC802D5}"/>
              </a:ext>
            </a:extLst>
          </p:cNvPr>
          <p:cNvCxnSpPr>
            <a:cxnSpLocks/>
          </p:cNvCxnSpPr>
          <p:nvPr/>
        </p:nvCxnSpPr>
        <p:spPr>
          <a:xfrm flipH="1" flipV="1">
            <a:off x="3159139" y="4797778"/>
            <a:ext cx="369147" cy="25540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BDC581-3A48-6B5E-38E1-51B15F71D417}"/>
              </a:ext>
            </a:extLst>
          </p:cNvPr>
          <p:cNvCxnSpPr>
            <a:cxnSpLocks/>
          </p:cNvCxnSpPr>
          <p:nvPr/>
        </p:nvCxnSpPr>
        <p:spPr>
          <a:xfrm>
            <a:off x="3520666" y="4588366"/>
            <a:ext cx="385233" cy="262752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A80869F-7B31-CC79-8490-A21BE27BBBF6}"/>
              </a:ext>
            </a:extLst>
          </p:cNvPr>
          <p:cNvSpPr txBox="1"/>
          <p:nvPr/>
        </p:nvSpPr>
        <p:spPr>
          <a:xfrm>
            <a:off x="3431953" y="4774128"/>
            <a:ext cx="801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in/out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1ED9D8-1507-5A57-1AA8-771C8B93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02" y="1506298"/>
            <a:ext cx="3991707" cy="39917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4EA355-D39E-0ABA-431B-FBD19F31D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9" y="1506297"/>
            <a:ext cx="3991708" cy="399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1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2A55D-E740-86C4-9997-A35D8E9B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DC8B42E-A1A3-5098-7C57-69F5FD628695}"/>
              </a:ext>
            </a:extLst>
          </p:cNvPr>
          <p:cNvSpPr/>
          <p:nvPr/>
        </p:nvSpPr>
        <p:spPr>
          <a:xfrm>
            <a:off x="473825" y="1639387"/>
            <a:ext cx="11554691" cy="4545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8BF911-9F36-AAD3-D09D-01008F358C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0" t="2547" b="3815"/>
          <a:stretch>
            <a:fillRect/>
          </a:stretch>
        </p:blipFill>
        <p:spPr>
          <a:xfrm>
            <a:off x="473825" y="2036618"/>
            <a:ext cx="6238060" cy="41480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081EF-3236-CB12-7F2A-1BE20E7C638C}"/>
              </a:ext>
            </a:extLst>
          </p:cNvPr>
          <p:cNvSpPr txBox="1"/>
          <p:nvPr/>
        </p:nvSpPr>
        <p:spPr>
          <a:xfrm>
            <a:off x="3672114" y="1722952"/>
            <a:ext cx="2972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(m/s)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4C658-9217-86EE-A4E3-027FCE86A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08" t="8260"/>
          <a:stretch/>
        </p:blipFill>
        <p:spPr>
          <a:xfrm>
            <a:off x="6711885" y="2041733"/>
            <a:ext cx="5316631" cy="4148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0FFEB-6F64-6A3F-F40B-8DC2D82A126E}"/>
              </a:ext>
            </a:extLst>
          </p:cNvPr>
          <p:cNvSpPr txBox="1"/>
          <p:nvPr/>
        </p:nvSpPr>
        <p:spPr>
          <a:xfrm>
            <a:off x="7289353" y="1731398"/>
            <a:ext cx="47391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 (MPa)</a:t>
            </a:r>
          </a:p>
        </p:txBody>
      </p:sp>
    </p:spTree>
    <p:extLst>
      <p:ext uri="{BB962C8B-B14F-4D97-AF65-F5344CB8AC3E}">
        <p14:creationId xmlns:p14="http://schemas.microsoft.com/office/powerpoint/2010/main" val="283436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F43D-DFD9-68E3-975F-3AAF2B1A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257D62-0F13-F856-415C-E4F6540571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506" b="24395"/>
          <a:stretch/>
        </p:blipFill>
        <p:spPr>
          <a:xfrm>
            <a:off x="834572" y="1615264"/>
            <a:ext cx="6615144" cy="33575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24A3C6-9A63-5585-BD66-A9658DE268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09"/>
          <a:stretch>
            <a:fillRect/>
          </a:stretch>
        </p:blipFill>
        <p:spPr>
          <a:xfrm>
            <a:off x="6146800" y="1580424"/>
            <a:ext cx="5529808" cy="339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7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7572-D8C8-508D-247A-6749D884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DFCD20-2314-0951-3F96-83F9B6655BF8}"/>
              </a:ext>
            </a:extLst>
          </p:cNvPr>
          <p:cNvSpPr/>
          <p:nvPr/>
        </p:nvSpPr>
        <p:spPr>
          <a:xfrm>
            <a:off x="573314" y="2300513"/>
            <a:ext cx="5921829" cy="3722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796D52-4FC1-2613-0C90-414514C77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5" y="2584449"/>
            <a:ext cx="5726258" cy="336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38C12B-25A6-C4F0-D786-BD2B3704320F}"/>
              </a:ext>
            </a:extLst>
          </p:cNvPr>
          <p:cNvSpPr txBox="1"/>
          <p:nvPr/>
        </p:nvSpPr>
        <p:spPr>
          <a:xfrm>
            <a:off x="1219649" y="2294503"/>
            <a:ext cx="180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X= -261.8 mm</a:t>
            </a:r>
          </a:p>
        </p:txBody>
      </p:sp>
    </p:spTree>
    <p:extLst>
      <p:ext uri="{BB962C8B-B14F-4D97-AF65-F5344CB8AC3E}">
        <p14:creationId xmlns:p14="http://schemas.microsoft.com/office/powerpoint/2010/main" val="2322686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194A-CCEE-F14E-CB4A-ED4B6E2E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306F7A-4389-1F30-44B9-C202B262AB06}"/>
              </a:ext>
            </a:extLst>
          </p:cNvPr>
          <p:cNvSpPr/>
          <p:nvPr/>
        </p:nvSpPr>
        <p:spPr>
          <a:xfrm>
            <a:off x="-979178" y="1303711"/>
            <a:ext cx="13541292" cy="4286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02BCA0-5268-814F-A571-656D5BCC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6" t="8810" b="5158"/>
          <a:stretch>
            <a:fillRect/>
          </a:stretch>
        </p:blipFill>
        <p:spPr>
          <a:xfrm>
            <a:off x="-979179" y="1661413"/>
            <a:ext cx="5595143" cy="3933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BD7D12-FEBE-0E6C-8A57-6909C62D8006}"/>
                  </a:ext>
                </a:extLst>
              </p:cNvPr>
              <p:cNvSpPr txBox="1"/>
              <p:nvPr/>
            </p:nvSpPr>
            <p:spPr>
              <a:xfrm>
                <a:off x="2496766" y="1387167"/>
                <a:ext cx="195262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(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BD7D12-FEBE-0E6C-8A57-6909C62D8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766" y="1387167"/>
                <a:ext cx="1952625" cy="292388"/>
              </a:xfrm>
              <a:prstGeom prst="rect">
                <a:avLst/>
              </a:prstGeom>
              <a:blipFill>
                <a:blip r:embed="rId3"/>
                <a:stretch>
                  <a:fillRect t="-2083" r="-31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E9EE3-7266-F389-81B2-56B680B2D83A}"/>
                  </a:ext>
                </a:extLst>
              </p:cNvPr>
              <p:cNvSpPr txBox="1"/>
              <p:nvPr/>
            </p:nvSpPr>
            <p:spPr>
              <a:xfrm>
                <a:off x="10544319" y="1383356"/>
                <a:ext cx="195262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(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E9EE3-7266-F389-81B2-56B680B2D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319" y="1383356"/>
                <a:ext cx="1952625" cy="292388"/>
              </a:xfrm>
              <a:prstGeom prst="rect">
                <a:avLst/>
              </a:prstGeom>
              <a:blipFill>
                <a:blip r:embed="rId3"/>
                <a:stretch>
                  <a:fillRect t="-2083" r="-31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D97D0771-770F-CA7E-1898-766CB4C1E8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154" t="8492" r="37824" b="9672"/>
          <a:stretch>
            <a:fillRect/>
          </a:stretch>
        </p:blipFill>
        <p:spPr>
          <a:xfrm>
            <a:off x="9657151" y="2047473"/>
            <a:ext cx="2082800" cy="3171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736512-5A93-FB88-93BC-62DF2F1878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554" t="12519" r="1897" b="5177"/>
          <a:stretch>
            <a:fillRect/>
          </a:stretch>
        </p:blipFill>
        <p:spPr>
          <a:xfrm>
            <a:off x="11739951" y="1768868"/>
            <a:ext cx="645885" cy="37049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A23163-957A-9F0A-DCD1-83898F03A5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04" t="12181" b="6073"/>
          <a:stretch>
            <a:fillRect/>
          </a:stretch>
        </p:blipFill>
        <p:spPr>
          <a:xfrm>
            <a:off x="4399756" y="1679921"/>
            <a:ext cx="5217886" cy="3737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5C7609-2A23-5E62-8556-622FBCF27F3E}"/>
                  </a:ext>
                </a:extLst>
              </p:cNvPr>
              <p:cNvSpPr txBox="1"/>
              <p:nvPr/>
            </p:nvSpPr>
            <p:spPr>
              <a:xfrm>
                <a:off x="7665017" y="1387167"/>
                <a:ext cx="1952625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(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5C7609-2A23-5E62-8556-622FBCF27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017" y="1387167"/>
                <a:ext cx="1952625" cy="292388"/>
              </a:xfrm>
              <a:prstGeom prst="rect">
                <a:avLst/>
              </a:prstGeom>
              <a:blipFill>
                <a:blip r:embed="rId6"/>
                <a:stretch>
                  <a:fillRect t="-2083" r="-31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62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E64A-B838-D9F0-B6DF-B03AA30E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8CB8F1E-647C-3370-F82D-D7985299BD52}"/>
              </a:ext>
            </a:extLst>
          </p:cNvPr>
          <p:cNvSpPr/>
          <p:nvPr/>
        </p:nvSpPr>
        <p:spPr>
          <a:xfrm>
            <a:off x="943429" y="426894"/>
            <a:ext cx="10276114" cy="6119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BF60A4A-5B7C-F458-BE9D-5F04EC00F7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13301" y="1070816"/>
            <a:ext cx="2752699" cy="1824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그림 2">
            <a:extLst>
              <a:ext uri="{FF2B5EF4-FFF2-40B4-BE49-F238E27FC236}">
                <a16:creationId xmlns:a16="http://schemas.microsoft.com/office/drawing/2014/main" id="{54E62D4A-0254-4084-3726-F1EBC317DCE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1219"/>
          <a:stretch>
            <a:fillRect/>
          </a:stretch>
        </p:blipFill>
        <p:spPr>
          <a:xfrm>
            <a:off x="984069" y="552671"/>
            <a:ext cx="4122112" cy="2860436"/>
          </a:xfrm>
          <a:prstGeom prst="rect">
            <a:avLst/>
          </a:prstGeom>
        </p:spPr>
      </p:pic>
      <p:pic>
        <p:nvPicPr>
          <p:cNvPr id="19" name="그림 1">
            <a:extLst>
              <a:ext uri="{FF2B5EF4-FFF2-40B4-BE49-F238E27FC236}">
                <a16:creationId xmlns:a16="http://schemas.microsoft.com/office/drawing/2014/main" id="{7E710D7B-CBBC-660C-380E-D471579D7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296" y="429186"/>
            <a:ext cx="4196031" cy="3229289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087B9FD-691D-12C5-2099-C9ED0331F0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151" y="3589068"/>
            <a:ext cx="9295507" cy="28420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568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1615-2B99-D4F9-8F8A-61028307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87F2B-3732-D40F-DFA2-8F737FE5F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161" y="2220412"/>
            <a:ext cx="4276839" cy="321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1B0AE-6188-07FF-D9C4-F7E1BE79A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03"/>
          <a:stretch>
            <a:fillRect/>
          </a:stretch>
        </p:blipFill>
        <p:spPr>
          <a:xfrm>
            <a:off x="6096000" y="2220412"/>
            <a:ext cx="5254172" cy="321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5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48</Words>
  <Application>Microsoft Office PowerPoint</Application>
  <PresentationFormat>Widescreen</PresentationFormat>
  <Paragraphs>11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Geunhyeong</dc:creator>
  <cp:lastModifiedBy>Lee, Geunhyeong</cp:lastModifiedBy>
  <cp:revision>14</cp:revision>
  <dcterms:created xsi:type="dcterms:W3CDTF">2026-02-03T20:11:35Z</dcterms:created>
  <dcterms:modified xsi:type="dcterms:W3CDTF">2026-02-04T19:28:10Z</dcterms:modified>
</cp:coreProperties>
</file>